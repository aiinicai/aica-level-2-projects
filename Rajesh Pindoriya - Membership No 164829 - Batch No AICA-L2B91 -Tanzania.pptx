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52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DRIVEMATCH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49808" y="2606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FC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&amp; Transport Marketplace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3246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verified drivers and transport companies for permanent &amp; urgent logistics jobs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966960" y="173736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76" y="2093976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Pindoriya  |  Membership No: 164829  |  Batch No: AICA-L2B91  |  Tanzania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is a major seaport gateway for East &amp; Central Africa — but the transport industry constantly struggles to find enough qualified drivers to move that cargo.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7276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C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of Dar es Salaam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865376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serving landlocked neighbors — Zambia, DRC, Malawi, Rwanda, Burundi, Uganda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069080" y="1481328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233672" y="157276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C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cargo 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33672" y="1865376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volume through the seaport keeps driver demand high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0" y="1481328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754112" y="1572768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C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driver shortage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54112" y="1865376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routinely can't find enough qualified drivers, fast enough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542032"/>
            <a:ext cx="35204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0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855671"/>
            <a:ext cx="241402" cy="24140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2743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time-to-hire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31520" y="3319272"/>
            <a:ext cx="315468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and cross-border loads sit unfilled while carriers search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instantly surface available, nearby drivers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97680" y="2542032"/>
            <a:ext cx="35204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80560" y="27249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1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319" y="2855671"/>
            <a:ext cx="241402" cy="24140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20640" y="2743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layer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4480560" y="3319272"/>
            <a:ext cx="315468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Licenses, endorsements, and safety records aren't checked upfront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waste cycles vetting unqualified applicants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46720" y="2542032"/>
            <a:ext cx="35204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29600" y="27249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2" descr="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0359" y="2855671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869680" y="2743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channels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8229600" y="3319272"/>
            <a:ext cx="315468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calls, classifieds, and word-of-mouth dominate hiring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single, trusted place for drivers and carriers to meet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48640" y="4389120"/>
            <a:ext cx="35204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3" descr="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" y="4702759"/>
            <a:ext cx="241402" cy="24140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71600" y="45902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driver turnover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31520" y="5166360"/>
            <a:ext cx="315468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matching creates mismatched pay, routes, and expectations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Re-hiring and re-onboarding drains time and budget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297680" y="4389120"/>
            <a:ext cx="35204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8056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5" name="Image 4" descr="user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1319" y="4702759"/>
            <a:ext cx="241402" cy="24140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20640" y="45902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Seaport-driven shortage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4480560" y="5166360"/>
            <a:ext cx="315468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Dar es Salaam port &amp; transit cargo outpaces driver supply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Landlocked-corridor freight competes for the same limited pool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046720" y="4389120"/>
            <a:ext cx="352044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22960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0" name="Image 5" descr="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0359" y="4702759"/>
            <a:ext cx="241402" cy="24140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869680" y="45902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urgency signaling</a:t>
            </a:r>
            <a:endParaRPr lang="en-US" sz="1350" dirty="0"/>
          </a:p>
        </p:txBody>
      </p:sp>
      <p:sp>
        <p:nvSpPr>
          <p:cNvPr id="42" name="Text 34"/>
          <p:cNvSpPr/>
          <p:nvPr/>
        </p:nvSpPr>
        <p:spPr>
          <a:xfrm>
            <a:off x="8229600" y="5166360"/>
            <a:ext cx="315468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boards treat a same-day load like a 3-month posting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Time-critical freight loses out to slower-moving listings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548640" y="635508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DriveMatch is the common platform: companies looking for drivers meet drivers looking for jobs — in one place.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Pindoriya  |  Membership No: 164829  |  Batch No: AICA-L2B91  |  Tanzania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marketplace where verified drivers and transport companies find each other — fast.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3035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" y="5565038"/>
            <a:ext cx="482803" cy="4828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7315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user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48" y="9098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1554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Driver Profiles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63440" y="20116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checks, licensing, and safety history validated up front.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0" y="7315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908" y="9098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0" y="1554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Job Matching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229600" y="20116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Time-critical freight jobs surface to available, qualified drivers instantly.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37490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3" descr="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748" y="392734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63440" y="4572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Placements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663440" y="50292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roles for carriers building a stable, reliable driver roster.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229600" y="37490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4" descr="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908" y="3927348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0" y="4572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Applications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8229600" y="502920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apply in minutes; carriers review qualified candidates only.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Pindoriya  |  Membership No: 164829  |  Batch No: AICA-L2B91  |  Tanzania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sign-up to hire in four steps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user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375" y="25676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Profile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and carriers register and submit credentials for verification.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081528" y="3611880"/>
            <a:ext cx="274320" cy="274320"/>
          </a:xfrm>
          <a:prstGeom prst="chevron">
            <a:avLst/>
          </a:prstGeom>
          <a:solidFill>
            <a:srgbClr val="5FCBAA"/>
          </a:solidFill>
          <a:ln/>
        </p:spPr>
      </p:sp>
      <p:sp>
        <p:nvSpPr>
          <p:cNvPr id="10" name="Shape 7"/>
          <p:cNvSpPr/>
          <p:nvPr/>
        </p:nvSpPr>
        <p:spPr>
          <a:xfrm>
            <a:off x="338328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7482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01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337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Get Verified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Licenses, certifications, and safety records are checked and approved.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16168" y="3611880"/>
            <a:ext cx="274320" cy="274320"/>
          </a:xfrm>
          <a:prstGeom prst="chevron">
            <a:avLst/>
          </a:prstGeom>
          <a:solidFill>
            <a:srgbClr val="5FCBAA"/>
          </a:solidFill>
          <a:ln/>
        </p:spPr>
      </p:sp>
      <p:sp>
        <p:nvSpPr>
          <p:cNvPr id="16" name="Shape 12"/>
          <p:cNvSpPr/>
          <p:nvPr/>
        </p:nvSpPr>
        <p:spPr>
          <a:xfrm>
            <a:off x="621792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0946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9655" y="256763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337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Match &amp; Apply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and urgent job postings match to qualified, available drivers.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750808" y="3611880"/>
            <a:ext cx="274320" cy="274320"/>
          </a:xfrm>
          <a:prstGeom prst="chevron">
            <a:avLst/>
          </a:prstGeom>
          <a:solidFill>
            <a:srgbClr val="5FCBAA"/>
          </a:solidFill>
          <a:ln/>
        </p:spPr>
      </p:sp>
      <p:sp>
        <p:nvSpPr>
          <p:cNvPr id="22" name="Shape 17"/>
          <p:cNvSpPr/>
          <p:nvPr/>
        </p:nvSpPr>
        <p:spPr>
          <a:xfrm>
            <a:off x="905256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94410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4295" y="256763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3337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Hire &amp; Go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3544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connect directly with drivers to finalize placement and start work.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Pindoriya  |  Membership No: 164829  |  Batch No: AICA-L2B91  |  Tanzania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behind DriveMatch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218358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920240" y="242316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DriveMatch is deployed on the ai.studio domain — Google AI Studio's app-hosting platform, built on Gemini models for rapid, AI-assisted app generation and iteration.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382219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FC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3232" y="416052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(aistudio.google.com)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Pindoriya  |  Membership No: 164829  |  Batch No: AICA-L2B91  |  Tanzania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508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Rajesh Pindoriya</cp:lastModifiedBy>
  <cp:revision>2</cp:revision>
  <dcterms:created xsi:type="dcterms:W3CDTF">2026-08-11T10:43:41Z</dcterms:created>
  <dcterms:modified xsi:type="dcterms:W3CDTF">2026-08-11T10:49:37Z</dcterms:modified>
</cp:coreProperties>
</file>