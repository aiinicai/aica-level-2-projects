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92024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Session Quiz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Feedback System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AICA Level 2 Capstone Project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Ratti Rani  |  n8n + Google Gemini AI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2F4FA"/>
          </a:solidFill>
          <a:ln w="12700">
            <a:solidFill>
              <a:srgbClr val="F2F4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fast way to check understanding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60320"/>
            <a:ext cx="4800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session, faculty have no quick way to check whether students absorbed the material, or spot class-wide weak concepts — until exam time, when it's too late.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37960" y="17830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377440"/>
            <a:ext cx="4800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Faculty submit topic + session notes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AI generates a bank of quiz questions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Students take a verified, single-attempt quiz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(Next phase) instant graded feedback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1 — QUESTION BANK GENERATOR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 Generates the Question Bank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223760" cy="4937760"/>
          </a:xfrm>
          <a:prstGeom prst="roundRect">
            <a:avLst>
              <a:gd name="adj" fmla="val 1481"/>
            </a:avLst>
          </a:prstGeom>
          <a:solidFill>
            <a:srgbClr val="F2F4FA"/>
          </a:solidFill>
          <a:ln w="12700">
            <a:solidFill>
              <a:srgbClr val="DDE3F0"/>
            </a:solidFill>
            <a:prstDash val="solid"/>
          </a:ln>
        </p:spPr>
      </p:sp>
      <p:pic>
        <p:nvPicPr>
          <p:cNvPr id="5" name="Image 0" descr="01_question_bank_generator_work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00200"/>
            <a:ext cx="6949440" cy="4663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001000" y="1554480"/>
            <a:ext cx="36118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submit topic + notes via a form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Agent generates 10 MCQs + 2 short-answer questions, tagged by concept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Parser keeps the format strict and predictable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Out writes each question as its own row into Question_Bank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1 — RESULT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Questions Written to the Sheet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223760" cy="4937760"/>
          </a:xfrm>
          <a:prstGeom prst="roundRect">
            <a:avLst>
              <a:gd name="adj" fmla="val 1481"/>
            </a:avLst>
          </a:prstGeom>
          <a:solidFill>
            <a:srgbClr val="F2F4FA"/>
          </a:solidFill>
          <a:ln w="12700">
            <a:solidFill>
              <a:srgbClr val="DDE3F0"/>
            </a:solidFill>
            <a:prstDash val="solid"/>
          </a:ln>
        </p:spPr>
      </p:sp>
      <p:pic>
        <p:nvPicPr>
          <p:cNvPr id="5" name="Image 0" descr="02_question_bank_generated_dat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00200"/>
            <a:ext cx="6949440" cy="4663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001000" y="1554480"/>
            <a:ext cx="36118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row: question, 4 options, correct answer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answer for short-answer questions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tag + marks per question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with 2 topics — 24 real questions generated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1 — TESTED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Test Run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223760" cy="4937760"/>
          </a:xfrm>
          <a:prstGeom prst="roundRect">
            <a:avLst>
              <a:gd name="adj" fmla="val 1481"/>
            </a:avLst>
          </a:prstGeom>
          <a:solidFill>
            <a:srgbClr val="F2F4FA"/>
          </a:solidFill>
          <a:ln w="12700">
            <a:solidFill>
              <a:srgbClr val="DDE3F0"/>
            </a:solidFill>
            <a:prstDash val="solid"/>
          </a:ln>
        </p:spPr>
      </p:sp>
      <p:pic>
        <p:nvPicPr>
          <p:cNvPr id="5" name="Image 0" descr="03_workflow1_test_run_succe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00200"/>
            <a:ext cx="6949440" cy="4663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001000" y="1554480"/>
            <a:ext cx="36118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run executed successfully, no errors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submission → AI generation → sheet write, verified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pipeline is production-ready for real sessions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2 — ACCESS CONTROL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Verifying Students Before the Quiz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223760" cy="4937760"/>
          </a:xfrm>
          <a:prstGeom prst="roundRect">
            <a:avLst>
              <a:gd name="adj" fmla="val 1481"/>
            </a:avLst>
          </a:prstGeom>
          <a:solidFill>
            <a:srgbClr val="F2F4FA"/>
          </a:solidFill>
          <a:ln w="12700">
            <a:solidFill>
              <a:srgbClr val="DDE3F0"/>
            </a:solidFill>
            <a:prstDash val="solid"/>
          </a:ln>
        </p:spPr>
      </p:sp>
      <p:pic>
        <p:nvPicPr>
          <p:cNvPr id="5" name="Image 0" descr="04_workflow2_access_control_cha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00200"/>
            <a:ext cx="6949440" cy="4663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001000" y="1554480"/>
            <a:ext cx="36118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BSP number + email checked together against the Students sheet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guessed ID alone cannot get in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 sheet enforces one attempt per quiz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can manually allow a re-attempt in the sheet if needed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2 — FULL CANVAS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 → Verification → Quiz Delivery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223760" cy="4937760"/>
          </a:xfrm>
          <a:prstGeom prst="roundRect">
            <a:avLst>
              <a:gd name="adj" fmla="val 1481"/>
            </a:avLst>
          </a:prstGeom>
          <a:solidFill>
            <a:srgbClr val="F2F4FA"/>
          </a:solidFill>
          <a:ln w="12700">
            <a:solidFill>
              <a:srgbClr val="DDE3F0"/>
            </a:solidFill>
            <a:prstDash val="solid"/>
          </a:ln>
        </p:spPr>
      </p:sp>
      <p:pic>
        <p:nvPicPr>
          <p:cNvPr id="5" name="Image 0" descr="05_workflow2_full_canva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00200"/>
            <a:ext cx="6949440" cy="4663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001000" y="1554480"/>
            <a:ext cx="36118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submission triggers the workflow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Students sheet, then an If node checks the match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Attempts sheet, then a second If enforces one attempt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Cleared students proceed straight into the quiz form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LANDING PAGE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Students Start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223760" cy="4937760"/>
          </a:xfrm>
          <a:prstGeom prst="roundRect">
            <a:avLst>
              <a:gd name="adj" fmla="val 1481"/>
            </a:avLst>
          </a:prstGeom>
          <a:solidFill>
            <a:srgbClr val="F2F4FA"/>
          </a:solidFill>
          <a:ln w="12700">
            <a:solidFill>
              <a:srgbClr val="DDE3F0"/>
            </a:solidFill>
            <a:prstDash val="solid"/>
          </a:ln>
        </p:spPr>
      </p:sp>
      <p:pic>
        <p:nvPicPr>
          <p:cNvPr id="5" name="Image 0" descr="11_landing_p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00200"/>
            <a:ext cx="6949440" cy="4663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001000" y="1554480"/>
            <a:ext cx="36118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Overview: registered students, active quiz, question bank size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"Student Login" opens the live registration form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 is fully configurable per institution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REGISTRATION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Registration, Verified Against the Roster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223760" cy="4937760"/>
          </a:xfrm>
          <a:prstGeom prst="roundRect">
            <a:avLst>
              <a:gd name="adj" fmla="val 1481"/>
            </a:avLst>
          </a:prstGeom>
          <a:solidFill>
            <a:srgbClr val="F2F4FA"/>
          </a:solidFill>
          <a:ln w="12700">
            <a:solidFill>
              <a:srgbClr val="DDE3F0"/>
            </a:solidFill>
            <a:prstDash val="solid"/>
          </a:ln>
        </p:spPr>
      </p:sp>
      <p:pic>
        <p:nvPicPr>
          <p:cNvPr id="5" name="Image 0" descr="06_registration_fill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00200"/>
            <a:ext cx="6949440" cy="4663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001000" y="1554480"/>
            <a:ext cx="36118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fills BSP number, name, email, section, subject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Cross-checked against the Students sheet shown here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BSP number and email must match together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STUDENTS SHEET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Verification Source of Truth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223760" cy="4937760"/>
          </a:xfrm>
          <a:prstGeom prst="roundRect">
            <a:avLst>
              <a:gd name="adj" fmla="val 1481"/>
            </a:avLst>
          </a:prstGeom>
          <a:solidFill>
            <a:srgbClr val="F2F4FA"/>
          </a:solidFill>
          <a:ln w="12700">
            <a:solidFill>
              <a:srgbClr val="DDE3F0"/>
            </a:solidFill>
            <a:prstDash val="solid"/>
          </a:ln>
        </p:spPr>
      </p:sp>
      <p:pic>
        <p:nvPicPr>
          <p:cNvPr id="5" name="Image 0" descr="10_students_she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00200"/>
            <a:ext cx="6949440" cy="4663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001000" y="1554480"/>
            <a:ext cx="36118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roster: BSP number, name, email, section, subject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registration is checked against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maintain this list directly — no code required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QUIZ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Quiz — Page 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223760" cy="4937760"/>
          </a:xfrm>
          <a:prstGeom prst="roundRect">
            <a:avLst>
              <a:gd name="adj" fmla="val 1481"/>
            </a:avLst>
          </a:prstGeom>
          <a:solidFill>
            <a:srgbClr val="F2F4FA"/>
          </a:solidFill>
          <a:ln w="12700">
            <a:solidFill>
              <a:srgbClr val="DDE3F0"/>
            </a:solidFill>
            <a:prstDash val="solid"/>
          </a:ln>
        </p:spPr>
      </p:sp>
      <p:pic>
        <p:nvPicPr>
          <p:cNvPr id="5" name="Image 0" descr="07_quiz_page1_answer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00200"/>
            <a:ext cx="6949440" cy="4663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001000" y="1554480"/>
            <a:ext cx="36118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questions pulled from Question_Bank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Cash Flow Statement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on page 1, answered here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QUIZ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Quiz — Page 2 &amp; Submission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223760" cy="4937760"/>
          </a:xfrm>
          <a:prstGeom prst="roundRect">
            <a:avLst>
              <a:gd name="adj" fmla="val 1481"/>
            </a:avLst>
          </a:prstGeom>
          <a:solidFill>
            <a:srgbClr val="F2F4FA"/>
          </a:solidFill>
          <a:ln w="12700">
            <a:solidFill>
              <a:srgbClr val="DDE3F0"/>
            </a:solidFill>
            <a:prstDash val="solid"/>
          </a:ln>
        </p:spPr>
      </p:sp>
      <p:pic>
        <p:nvPicPr>
          <p:cNvPr id="5" name="Image 0" descr="09_form_submit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00200"/>
            <a:ext cx="6949440" cy="4663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001000" y="1554480"/>
            <a:ext cx="36118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page: final question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journey tested end-to-end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■"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→ verify → answer → submit — confirmed working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444240" cy="4206240"/>
          </a:xfrm>
          <a:prstGeom prst="roundRect">
            <a:avLst>
              <a:gd name="adj" fmla="val 3186"/>
            </a:avLst>
          </a:prstGeom>
          <a:solidFill>
            <a:srgbClr val="F2F4FA"/>
          </a:solidFill>
          <a:ln w="12700">
            <a:solidFill>
              <a:srgbClr val="F2F4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289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Randomization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2895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 question and option order per student — no two students get an identical quiz.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58640" y="1554480"/>
            <a:ext cx="3444240" cy="4206240"/>
          </a:xfrm>
          <a:prstGeom prst="roundRect">
            <a:avLst>
              <a:gd name="adj" fmla="val 3186"/>
            </a:avLst>
          </a:prstGeom>
          <a:solidFill>
            <a:srgbClr val="F2F4FA"/>
          </a:solidFill>
          <a:ln w="12700">
            <a:solidFill>
              <a:srgbClr val="F2F4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32960" y="17830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632960" y="2514600"/>
            <a:ext cx="289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3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632960" y="3063240"/>
            <a:ext cx="2895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Auto-grade MCQs, AI-evaluate short answers, and email personalized feedback.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68640" y="1554480"/>
            <a:ext cx="3444240" cy="4206240"/>
          </a:xfrm>
          <a:prstGeom prst="roundRect">
            <a:avLst>
              <a:gd name="adj" fmla="val 3186"/>
            </a:avLst>
          </a:prstGeom>
          <a:solidFill>
            <a:srgbClr val="F2F4FA"/>
          </a:solidFill>
          <a:ln w="12700">
            <a:solidFill>
              <a:srgbClr val="F2F4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42960" y="17830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8442960" y="2514600"/>
            <a:ext cx="289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analytics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442960" y="3063240"/>
            <a:ext cx="2895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class-wide view of weak concepts, mapped to the Results sheet already.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Disclaimer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3840480"/>
          </a:xfrm>
          <a:prstGeom prst="roundRect">
            <a:avLst>
              <a:gd name="adj" fmla="val 2381"/>
            </a:avLst>
          </a:prstGeom>
          <a:solidFill>
            <a:srgbClr val="F2F4FA"/>
          </a:solidFill>
          <a:ln w="12700">
            <a:solidFill>
              <a:srgbClr val="F2F4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prototype: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AICA Level 2 capstone project — a pilot/prototype, not a production system.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only: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student records (BSP001–BSP004, names, emails) are fictitious, created for demonstration. No real student or institutional data was used.
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content: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questions are generated by Google Gemini and have not been independently verified for factual or academic accuracy — faculty should review before real classroom use.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8328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AICA Level 2 skills applied: form triggers, AI agents with structured outputs, no-code data integration.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configurable — deployable by any institution. Control stays with faculty, not the system.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2026-09-29T06:39:33Z</dcterms:created>
  <dcterms:modified xsi:type="dcterms:W3CDTF">2026-09-29T06:39:33Z</dcterms:modified>
</cp:coreProperties>
</file>