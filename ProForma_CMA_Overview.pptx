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ProForma CMA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financial statements, CMA data &amp; Schedule III reporting for Indian entities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a bank loan proposal means building projected statements and CMA Forms I–VI by hand in Excel — slow, error-prone and hard to reconcile.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0" y="64008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1D2F52"/>
          </a:solidFill>
          <a:ln/>
        </p:spPr>
      </p:sp>
      <p:sp>
        <p:nvSpPr>
          <p:cNvPr id="7" name="Shape 5"/>
          <p:cNvSpPr/>
          <p:nvPr/>
        </p:nvSpPr>
        <p:spPr>
          <a:xfrm>
            <a:off x="6629400" y="960120"/>
            <a:ext cx="548640" cy="548640"/>
          </a:xfrm>
          <a:prstGeom prst="ellipse">
            <a:avLst/>
          </a:prstGeom>
          <a:solidFill>
            <a:srgbClr val="E060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slow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1188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trial balances are re-keyed and re-mapped every year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05740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1D2F52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9400" y="2377440"/>
            <a:ext cx="548640" cy="548640"/>
          </a:xfrm>
          <a:prstGeom prst="ellipse">
            <a:avLst/>
          </a:prstGeom>
          <a:solidFill>
            <a:srgbClr val="E060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don't tie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606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sheet, notes and CMA forms drift apart; rounding errors creep 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347472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1D2F52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9400" y="3794760"/>
            <a:ext cx="548640" cy="548640"/>
          </a:xfrm>
          <a:prstGeom prst="ellipse">
            <a:avLst/>
          </a:prstGeom>
          <a:solidFill>
            <a:srgbClr val="E060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norms are complex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4023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MPBF (Tandon methods), DSCR, margins, funding gaps worked out manually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489204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1D2F52"/>
          </a:solidFill>
          <a:ln/>
        </p:spPr>
      </p:sp>
      <p:sp>
        <p:nvSpPr>
          <p:cNvPr id="22" name="Shape 20"/>
          <p:cNvSpPr/>
          <p:nvPr/>
        </p:nvSpPr>
        <p:spPr>
          <a:xfrm>
            <a:off x="6629400" y="5212080"/>
            <a:ext cx="548640" cy="548640"/>
          </a:xfrm>
          <a:prstGeom prst="ellipse">
            <a:avLst/>
          </a:prstGeom>
          <a:solidFill>
            <a:srgbClr val="E060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940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5074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entity types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5440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Proprietor, partnership, LLP, company, Ind AS, NBFC each need a different format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MERN-style TypeScript monorepo (npm workspaces, Node ≥ 20) — three packages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3931920"/>
          </a:xfrm>
          <a:prstGeom prst="roundRect">
            <a:avLst>
              <a:gd name="adj" fmla="val 3947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9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end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apps/web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26080"/>
            <a:ext cx="2880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6 dev server &amp; build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ExcelJS — Excel pack export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CSS — A4 PDF pack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/ CSV / XLSX importer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474720" cy="3931920"/>
          </a:xfrm>
          <a:prstGeom prst="roundRect">
            <a:avLst>
              <a:gd name="adj" fmla="val 3947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0916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E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packages/engine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926080"/>
            <a:ext cx="2880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TypeScript functions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decimal.js — rupee-exact maths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framework, no DB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in browser &amp; Node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— 24 test suites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474720" cy="3931920"/>
          </a:xfrm>
          <a:prstGeom prst="roundRect">
            <a:avLst>
              <a:gd name="adj" fmla="val 3947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5820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9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end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apps/api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926080"/>
            <a:ext cx="2880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+ Mongoose 8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API: entities, models, compute, rollover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(AUTH_USER / PASS)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 for sharing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is the source of truth — the figure on screen = the figure saved = the figure exported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0F9D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entity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entity type — the format, notes &amp; equity labels follow automatically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57400"/>
            <a:ext cx="548640" cy="548640"/>
          </a:xfrm>
          <a:prstGeom prst="ellipse">
            <a:avLst/>
          </a:prstGeom>
          <a:solidFill>
            <a:srgbClr val="0F9D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trial balance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export read as-is; ledgers auto-mapped; branches consolidated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2057400"/>
            <a:ext cx="548640" cy="548640"/>
          </a:xfrm>
          <a:prstGeom prst="ellipse">
            <a:avLst/>
          </a:prstGeom>
          <a:solidFill>
            <a:srgbClr val="0F9D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&amp; assume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adjustments, growth / margin / working-capital assumptions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0F9D7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434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Borrowings &amp; limits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074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loans, CC / OD, facilities sought, funding policy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4846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4389120" y="41148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438912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634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4434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computes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5074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balance sheet, cash flow, depreciation, deferred tax, ratios, DSCR, CMA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4846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8138160" y="41148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12480" y="4389120"/>
            <a:ext cx="548640" cy="548640"/>
          </a:xfrm>
          <a:prstGeom prst="ellipse">
            <a:avLst/>
          </a:prstGeom>
          <a:solidFill>
            <a:srgbClr val="0F9D7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1248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4434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export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8412480" y="5074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flag issues; PDF &amp; Excel pack; autosaved to MongoDB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&amp; What It Gives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bank-ready CMA pack in one flow — accurate, consistent and reusable every year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D2F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FE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 Forms I–VI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56432" y="17373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D2F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56432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FE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types incl. NBFC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2784" y="17373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D2F5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72784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FE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Tandon MPBF methods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89136" y="17373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D2F5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89136" y="1783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FE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3192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P&amp;L, Balance Sheet &amp; Cash Flow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III notes &amp; disclosures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asset register &amp; tax reconciliation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Ratios, DSCR, MPBF &amp; validation report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PDF + formatted Excel pack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566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SOLVES THE PROBLEM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93192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Tally import removes re-keying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keeps every statement &amp; form in agreement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norms (MPBF, DSCR, funding gap) computed automatically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master &amp; year rollover — reuse next year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Cloud-saved, shareable over LAN or secure tunnel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ProForma CMA</dc:title>
  <dc:subject>PptxGenJS Presentation</dc:subject>
  <dc:creator>PptxGenJS</dc:creator>
  <cp:lastModifiedBy>PptxGenJS</cp:lastModifiedBy>
  <cp:revision>1</cp:revision>
  <dcterms:created xsi:type="dcterms:W3CDTF">2026-09-16T04:56:30Z</dcterms:created>
  <dcterms:modified xsi:type="dcterms:W3CDTF">2026-09-16T04:56:30Z</dcterms:modified>
</cp:coreProperties>
</file>