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AuditFile 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>
                <a:solidFill>
                  <a:srgbClr val="344456"/>
                </a:solidFill>
              </a:defRPr>
            </a:pPr>
            <a:r>
              <a:rPr dirty="0"/>
              <a:t>Audit Engagement File Management System</a:t>
            </a:r>
          </a:p>
          <a:p>
            <a:pPr>
              <a:spcAft>
                <a:spcPts val="2000"/>
              </a:spcAft>
              <a:defRPr sz="2500">
                <a:solidFill>
                  <a:srgbClr val="344456"/>
                </a:solidFill>
              </a:defRPr>
            </a:pPr>
            <a:r>
              <a:rPr dirty="0"/>
              <a:t>Capstone Project | October 2026</a:t>
            </a:r>
            <a:endParaRPr lang="en-US" dirty="0"/>
          </a:p>
          <a:p>
            <a:pPr>
              <a:spcAft>
                <a:spcPts val="2000"/>
              </a:spcAft>
              <a:defRPr sz="2500">
                <a:solidFill>
                  <a:srgbClr val="344456"/>
                </a:solidFill>
              </a:defRPr>
            </a:pPr>
            <a:r>
              <a:rPr lang="en-IN" dirty="0"/>
              <a:t>Submitted by – Govind P (L298 – Ernakulam Branch)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01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Audit files can be fragmented across folders and email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Review status and document versions become hard to trace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 structured, permission-controlled workflow improves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02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Indexed engagement folders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Controlled upload, submission and review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Review observations and version history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Audit trail and final engagement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03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Browser UI: Streamlit + Ant Design tree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Application logic: Python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Structured data: SQLite / SQLAlchemy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Documents: local server storage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Deployment: Windows + virtual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04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Administrator: user and client administration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Preparer: folders, uploads and responses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Reviewer: review, observations and approvals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Assigned partner: professional finalisation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05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Engagement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Create client and partner-assigned engagement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Prepare folders and upload working papers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Submit for configured review levels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Return / respond / approve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Close completed WPs and finalise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06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Working paper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Nested indexed folders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Two-panel folder and WP navigation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Drag-and-drop upload, download and versions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Rename, move and delete empty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07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Review and control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Level-based review queue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Reviewer observations and preparer responses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Latest-version review safeguards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Status indicators and recorded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08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Data and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Metadata stored in SQLite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Files retained locally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Engagement-level assignment checks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Audit trail for key actions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Backup and access controls remain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09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Current engagements require an assigned partner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Moving folders retains existing index numbers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Local deployment needs managed backups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t>Future: manager-led finalisation, re-indexing,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1</a:t>
            </a:r>
            <a:r>
              <a:rPr lang="en-US" dirty="0"/>
              <a:t>0</a:t>
            </a:r>
            <a:r>
              <a:rPr dirty="0"/>
              <a:t>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55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rPr dirty="0"/>
              <a:t>A practical locally hosted audit-file workflow</a:t>
            </a:r>
          </a:p>
          <a:p>
            <a:pPr>
              <a:spcAft>
                <a:spcPts val="2000"/>
              </a:spcAft>
              <a:defRPr sz="2200">
                <a:solidFill>
                  <a:srgbClr val="344456"/>
                </a:solidFill>
              </a:defRPr>
            </a:pPr>
            <a:r>
              <a:rPr dirty="0"/>
              <a:t>Brings indexing, versions, review and traceability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39308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07F"/>
                </a:solidFill>
              </a:defRPr>
            </a:pPr>
            <a:r>
              <a:rPr dirty="0"/>
              <a:t>AUDITFILE CA  •  CAPSTONE PRESENTATION                                      1</a:t>
            </a:r>
            <a:r>
              <a:rPr lang="en-US" dirty="0"/>
              <a:t>1</a:t>
            </a:r>
            <a:r>
              <a:rPr dirty="0"/>
              <a:t> /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Govind P</cp:lastModifiedBy>
  <cp:revision>2</cp:revision>
  <dcterms:created xsi:type="dcterms:W3CDTF">2013-01-27T09:14:16Z</dcterms:created>
  <dcterms:modified xsi:type="dcterms:W3CDTF">2026-10-26T05:41:10Z</dcterms:modified>
  <cp:category/>
</cp:coreProperties>
</file>