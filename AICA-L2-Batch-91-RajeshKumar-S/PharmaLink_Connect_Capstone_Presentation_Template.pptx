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7d1abf7fe041eb" /><Relationship Type="http://schemas.openxmlformats.org/officeDocument/2006/relationships/extended-properties" Target="/docProps/app.xml" Id="Rd07f11a42b6b4d1a" /><Relationship Type="http://schemas.openxmlformats.org/officeDocument/2006/relationships/officeDocument" Target="/ppt/presentation.xml" Id="R64b3069139fa45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70036d861c440b"/>
  </p:sldMasterIdLst>
  <p:notesMasterIdLst>
    <p:notesMasterId xmlns:r="http://schemas.openxmlformats.org/officeDocument/2006/relationships" r:id="R1b98cc6979f4494e"/>
  </p:notesMasterIdLst>
  <p:sldIdLst>
    <p:sldId xmlns:r="http://schemas.openxmlformats.org/officeDocument/2006/relationships" id="256" r:id="Ree72924c8043474a"/>
    <p:sldId xmlns:r="http://schemas.openxmlformats.org/officeDocument/2006/relationships" id="257" r:id="R0647e9487606470c"/>
    <p:sldId xmlns:r="http://schemas.openxmlformats.org/officeDocument/2006/relationships" id="258" r:id="R7359fed6ce2b42c4"/>
    <p:sldId xmlns:r="http://schemas.openxmlformats.org/officeDocument/2006/relationships" id="259" r:id="Re83775af7fb24f86"/>
    <p:sldId xmlns:r="http://schemas.openxmlformats.org/officeDocument/2006/relationships" id="260" r:id="R45cc685eb71f4807"/>
    <p:sldId xmlns:r="http://schemas.openxmlformats.org/officeDocument/2006/relationships" id="261" r:id="R60faa44ee6fb4a0e"/>
    <p:sldId xmlns:r="http://schemas.openxmlformats.org/officeDocument/2006/relationships" id="262" r:id="R31ddec7581f54c06"/>
    <p:sldId xmlns:r="http://schemas.openxmlformats.org/officeDocument/2006/relationships" id="263" r:id="Rc22675dfe85a4290"/>
    <p:sldId xmlns:r="http://schemas.openxmlformats.org/officeDocument/2006/relationships" id="264" r:id="R087feb82ff1d4e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bf06a81b724332" /><Relationship Type="http://schemas.openxmlformats.org/officeDocument/2006/relationships/slideMaster" Target="/ppt/slideMasters/slideMaster1.xml" Id="Rd670036d861c440b" /><Relationship Type="http://schemas.openxmlformats.org/officeDocument/2006/relationships/notesMaster" Target="/ppt/notesMasters/notesMaster1.xml" Id="R1b98cc6979f4494e" /><Relationship Type="http://schemas.openxmlformats.org/officeDocument/2006/relationships/presProps" Target="/ppt/presProps.xml" Id="R366b368f3b1d4328" /><Relationship Type="http://schemas.openxmlformats.org/officeDocument/2006/relationships/tableStyles" Target="/ppt/tableStyles.xml" Id="R42f7062a1082471e" /><Relationship Type="http://schemas.openxmlformats.org/officeDocument/2006/relationships/slide" Target="/ppt/slides/slide1.xml" Id="Ree72924c8043474a" /><Relationship Type="http://schemas.openxmlformats.org/officeDocument/2006/relationships/slide" Target="/ppt/slides/slide2.xml" Id="R0647e9487606470c" /><Relationship Type="http://schemas.openxmlformats.org/officeDocument/2006/relationships/slide" Target="/ppt/slides/slide3.xml" Id="R7359fed6ce2b42c4" /><Relationship Type="http://schemas.openxmlformats.org/officeDocument/2006/relationships/slide" Target="/ppt/slides/slide4.xml" Id="Re83775af7fb24f86" /><Relationship Type="http://schemas.openxmlformats.org/officeDocument/2006/relationships/slide" Target="/ppt/slides/slide5.xml" Id="R45cc685eb71f4807" /><Relationship Type="http://schemas.openxmlformats.org/officeDocument/2006/relationships/slide" Target="/ppt/slides/slide6.xml" Id="R60faa44ee6fb4a0e" /><Relationship Type="http://schemas.openxmlformats.org/officeDocument/2006/relationships/slide" Target="/ppt/slides/slide7.xml" Id="R31ddec7581f54c06" /><Relationship Type="http://schemas.openxmlformats.org/officeDocument/2006/relationships/slide" Target="/ppt/slides/slide8.xml" Id="Rc22675dfe85a4290" /><Relationship Type="http://schemas.openxmlformats.org/officeDocument/2006/relationships/slide" Target="/ppt/slides/slide9.xml" Id="R087feb82ff1d4e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c8c5579a9b4f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d66c1b2133463e" /><Relationship Type="http://schemas.openxmlformats.org/officeDocument/2006/relationships/notesMaster" Target="/ppt/notesMasters/notesMaster1.xml" Id="R9b3eefb3583646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b7c6cf93904878" /><Relationship Type="http://schemas.openxmlformats.org/officeDocument/2006/relationships/notesMaster" Target="/ppt/notesMasters/notesMaster1.xml" Id="R5b51e1c708f645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0cde02e9c54a56" /><Relationship Type="http://schemas.openxmlformats.org/officeDocument/2006/relationships/notesMaster" Target="/ppt/notesMasters/notesMaster1.xml" Id="Rceff89e4b47e4f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c1df6264cc4a20" /><Relationship Type="http://schemas.openxmlformats.org/officeDocument/2006/relationships/notesMaster" Target="/ppt/notesMasters/notesMaster1.xml" Id="R286d141ba39046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52d5107a6b4bcb" /><Relationship Type="http://schemas.openxmlformats.org/officeDocument/2006/relationships/notesMaster" Target="/ppt/notesMasters/notesMaster1.xml" Id="R5efc7a4fd07a48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10bc88bb38404c" /><Relationship Type="http://schemas.openxmlformats.org/officeDocument/2006/relationships/notesMaster" Target="/ppt/notesMasters/notesMaster1.xml" Id="R894d5ad6972f41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6b3c4d0359422b" /><Relationship Type="http://schemas.openxmlformats.org/officeDocument/2006/relationships/notesMaster" Target="/ppt/notesMasters/notesMaster1.xml" Id="R79d067be08f14a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7fbccedd844498" /><Relationship Type="http://schemas.openxmlformats.org/officeDocument/2006/relationships/notesMaster" Target="/ppt/notesMasters/notesMaster1.xml" Id="R218635996fb545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b78fe510174ab4" /><Relationship Type="http://schemas.openxmlformats.org/officeDocument/2006/relationships/notesMaster" Target="/ppt/notesMasters/notesMaster1.xml" Id="R079bdfb7876a4e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fac9be2704a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92e8b1881a46ba" /><Relationship Type="http://schemas.openxmlformats.org/officeDocument/2006/relationships/slideLayout" Target="/ppt/slideLayouts/slideLayout1.xml" Id="R67e09fb0ecbd48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09fb0ecbd48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17c79b14443fe" /><Relationship Type="http://schemas.openxmlformats.org/officeDocument/2006/relationships/notesSlide" Target="/ppt/notesSlides/notesSlide1.xml" Id="Rd73d419d8ba245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4cd9d16df427a" /><Relationship Type="http://schemas.openxmlformats.org/officeDocument/2006/relationships/notesSlide" Target="/ppt/notesSlides/notesSlide2.xml" Id="R635f53ec9c7440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73984c1ce4f9f" /><Relationship Type="http://schemas.openxmlformats.org/officeDocument/2006/relationships/notesSlide" Target="/ppt/notesSlides/notesSlide3.xml" Id="Rc50494870df84f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4e1a9b1964025" /><Relationship Type="http://schemas.openxmlformats.org/officeDocument/2006/relationships/notesSlide" Target="/ppt/notesSlides/notesSlide4.xml" Id="Re8fef2d9505c4a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3fd687445469c" /><Relationship Type="http://schemas.openxmlformats.org/officeDocument/2006/relationships/notesSlide" Target="/ppt/notesSlides/notesSlide5.xml" Id="Re161b0e444e547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c3509b0f5460b" /><Relationship Type="http://schemas.openxmlformats.org/officeDocument/2006/relationships/notesSlide" Target="/ppt/notesSlides/notesSlide6.xml" Id="Rec82df8349c343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22395c227473d" /><Relationship Type="http://schemas.openxmlformats.org/officeDocument/2006/relationships/notesSlide" Target="/ppt/notesSlides/notesSlide7.xml" Id="R7accfc9b150940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797359ab24014" /><Relationship Type="http://schemas.openxmlformats.org/officeDocument/2006/relationships/notesSlide" Target="/ppt/notesSlides/notesSlide8.xml" Id="R430a6719571347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2fbcc73f8482d" /><Relationship Type="http://schemas.openxmlformats.org/officeDocument/2006/relationships/notesSlide" Target="/ppt/notesSlides/notesSlide9.xml" Id="Rd7d5eb57391d4e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F2118-11B9-4CA6-9186-E9D56A49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AICA LEVEL 2 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37C33-BB1D-4702-B73D-09516AD9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600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PharmaLink</a:t>
            </a:r>
          </a:p>
          <a:p xmlns:a="http://schemas.openxmlformats.org/drawingml/2006/main">
            <a:pPr algn="l">
              <a:defRPr sz="49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41567-A54F-4E65-A054-44ACE803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pharmacy distributor–customer communication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C8BEE-E87E-40BA-9D44-01F8910B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00100"/>
            <a:ext cx="4000500" cy="5048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7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D1DAA-41D5-4F1C-8CC5-F55F03A2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PHARMACY</a:t>
            </a:r>
          </a:p>
          <a:p xmlns:a="http://schemas.openxmlformats.org/drawingml/2006/main">
            <a:pPr algn="ctr">
              <a:defRPr sz="22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DISTRIBUTOR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EC076-2044-4081-BB91-5ACFA7CE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432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88D79-DD37-4F90-AB31-C31ECA44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PHARMACY</a:t>
            </a:r>
          </a:p>
          <a:p xmlns:a="http://schemas.openxmlformats.org/drawingml/2006/main">
            <a:pPr algn="ctr">
              <a:defRPr sz="22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CUSTOMERS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99FB0-DC96-4B67-A794-3330C0BE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Presented by: Rajesh Kumar S.</a:t>
            </a:r>
          </a:p>
          <a:p xmlns:a="http://schemas.openxmlformats.org/drawingml/2006/main">
            <a:pPr algn="l">
              <a:defRPr sz="20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Membership No.: 213204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13003-B2A3-443D-9700-E6267183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AICA-L2b91 - Tanzania</a:t>
            </a:r>
          </a:p>
        </p:txBody>
      </p:sp>
    </p:spTree>
    <p:extLst>
      <p:ext uri="{BB962C8B-B14F-4D97-AF65-F5344CB8AC3E}">
        <p14:creationId xmlns:p14="http://schemas.microsoft.com/office/powerpoint/2010/main" val="18397987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95FCA-350E-4ADD-8DFF-414549E5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PHARMALINK CONNECT | AICA LEVEL 2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39ECB-CC49-41DB-B30E-15502EBB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25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Problem Statement: The distributor needs a faster way to reach pharmacy customers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F22FB-A258-413E-B35C-85ECDACC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9A88F-60A1-49AA-9BAA-107FCB58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distributor needs a direct way to share current product information with pharmacy customers.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4149C-513A-4785-BC72-64927ED3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B4A9A-F4B8-4EE4-B160-79B7BFA9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957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43E"/>
                </a:solidFill>
                <a:latin typeface="Arial"/>
                <a:ea typeface="Arial"/>
                <a:cs typeface="Arial"/>
              </a:rPr>
              <a:t>Distributors often rely on calls or medical representatives to share stock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CAC13-FEA5-4D6D-8C11-D21865EE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4E1E7-FAE5-42E3-A64F-6B4FF72C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957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43E"/>
                </a:solidFill>
                <a:latin typeface="Arial"/>
                <a:ea typeface="Arial"/>
                <a:cs typeface="Arial"/>
              </a:rPr>
              <a:t>New arrivals and special offers may reach pharmacy customers late.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FD622-CC83-4ECC-8461-62E7B2CE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50169-C40D-4813-803D-AAAFF46B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957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43E"/>
                </a:solidFill>
                <a:latin typeface="Arial"/>
                <a:ea typeface="Arial"/>
                <a:cs typeface="Arial"/>
              </a:rPr>
              <a:t>Customer order requirements are collected manually and are harder to track.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1CE16-35F8-4B12-B1A0-D89F4570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10858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7D7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E3611-85F1-4C06-9541-0DECFBEB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768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Need: one direct digital communication channel led by the distributor</a:t>
            </a:r>
          </a:p>
        </p:txBody>
      </p:sp>
    </p:spTree>
    <p:extLst>
      <p:ext uri="{BB962C8B-B14F-4D97-AF65-F5344CB8AC3E}">
        <p14:creationId xmlns:p14="http://schemas.microsoft.com/office/powerpoint/2010/main" val="14877057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4F29E-C456-4B45-BCB2-00BA21E2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PHARMALINK CONNECT | AICA LEVEL 2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90B06-06EC-481F-9088-4369D0A1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06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Proposed Solution: PharmaLink Connect creates a direct two-way channel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C65A5-7800-4C50-8784-9BDB65B2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DD7DB-AF95-4522-8FE3-8349CDC6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distributor publishes current product information; customers view it and send their requirements.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F4E3C-6207-48F7-9803-DB8C80E7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97976-FB90-4607-A4E4-D7E479E3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7D7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99696-2E25-4BB8-87DF-2098FE07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C1E3C-71E6-48E7-A2F4-CFBD21C5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Distributor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BCD24-DA80-4EA3-9EC5-5B98EF32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Posts products, offers</a:t>
            </a:r>
          </a:p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and announcements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B8F47-FC51-4CF4-B192-F1E522BF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432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PharmaLink</a:t>
            </a:r>
          </a:p>
          <a:p xmlns:a="http://schemas.openxmlformats.org/drawingml/2006/main">
            <a:pPr algn="ctr"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31BDA-2F15-4427-BF72-78471734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Catalog +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68FDA-F25A-4120-A5EA-A27ECB00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98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Pharmacy Customer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1CC14-1380-4E89-926D-EFAD3E36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Views products and</a:t>
            </a:r>
          </a:p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sends order enquiries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E5364-B4F3-4555-BE9C-B48096DA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Information flows in both directions</a:t>
            </a:r>
          </a:p>
        </p:txBody>
      </p:sp>
    </p:spTree>
    <p:extLst>
      <p:ext uri="{BB962C8B-B14F-4D97-AF65-F5344CB8AC3E}">
        <p14:creationId xmlns:p14="http://schemas.microsoft.com/office/powerpoint/2010/main" val="16035875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0150F-ACA2-4830-BF5E-5D76190B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PHARMALINK CONNECT | AICA LEVEL 2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0411B-99E8-4AC0-B302-DB77A723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92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Information flows through the distributor - not between pharmacy customers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934FE-0DDF-44AC-857D-B9427342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80A8D-5172-482C-87E6-EB45512A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66753-BF78-42A0-85C4-EC1BEE71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2952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7D7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7A59C-A611-4195-98C6-AFDB7CE7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Distributor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2ED71-23FC-412F-BC39-D08A8221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Shares updates and receives 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275F9-14EA-4B26-AE23-3BAD34F8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PharmaLink Connect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2335A-5903-4749-B50A-7E97CE64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central communication 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58479-CE7C-4D89-A145-C6F7F6B6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476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A4510-3012-4522-A1E0-18229ECE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3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Pharmacy Customer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2FAF8-9A14-443B-88CF-56A818BE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2476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D46D2-96C1-40AC-9CE8-B55C6BBD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242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3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Pharmacy Customer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F0366-942C-4ED0-8850-B55A0C5F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52900"/>
            <a:ext cx="2476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51DA8-7CC5-4316-A8C5-8FE60735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386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3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Pharmacy Customer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EC806-DB00-48C9-9603-D762AC92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5752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A30656-9433-48A2-A4C6-9A99FE25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29B06-8197-4353-9578-0EDDDBCF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0452B-AA9E-4B3B-9803-3339F400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FDF99-7D7D-440D-BE33-A90DA1EB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38625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Products, stock, offers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3A781D-D979-4678-9CB9-D8867658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6725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Order requests and enquiries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351456-6944-40DC-9643-4F9A372C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Pharmacy customers cannot message each other.</a:t>
            </a:r>
          </a:p>
        </p:txBody>
      </p:sp>
    </p:spTree>
    <p:extLst>
      <p:ext uri="{BB962C8B-B14F-4D97-AF65-F5344CB8AC3E}">
        <p14:creationId xmlns:p14="http://schemas.microsoft.com/office/powerpoint/2010/main" val="11329076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5D218-9FBB-4048-9F21-AF3A266A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PHARMALINK CONNECT | AICA LEVEL 2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47E7D-6142-4C27-8AEC-52171213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Key Features of the 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1E299-DAB5-43FB-9574-31A69BAD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F4415-34F6-4F4E-8344-6326170D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5048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1B4BD-478F-4930-9226-251FEEC1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33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Product catalog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732CC-C2D1-418E-9846-43EDF25B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Medicines with prices and availability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91496-D722-4173-A29B-DF6F4B9F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43050"/>
            <a:ext cx="5048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B84E5-93CA-4C0C-AB3A-AE3FB0BB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335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Offers &amp; arrivals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A0F87-3479-46EF-8C05-2E7548EC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14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Distributor announcements for customers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5FADE-4CC2-4EF2-A45A-44EA67A5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24175"/>
            <a:ext cx="5048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0A8CF-D9B5-4E31-86EB-BC622C6C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146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Order enquiry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E82FC-1777-40FB-AFD3-6AC5BF4B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956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Pharmacy requirement submission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8ABA2-A052-428C-A333-59906E6C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24175"/>
            <a:ext cx="5048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1D823-A7CC-4D00-8411-D617BCBD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146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Secure login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D8EC0-C963-4B3D-9E6F-534C98FE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956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Access for approved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42093-9AD7-4684-8A3B-E9E9AEBA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5048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39A10-0DB6-4540-B33A-999F3F35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95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Distributor management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78F3D-B133-4E7B-8841-697F113B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7680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Product and request administration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33662-A279-4440-AC86-5183B679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5048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82322-EF52-4398-BC62-B7372127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95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Responsive design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1A443-A746-45DB-BA6F-46E5583A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7680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Usable on desktop and mobile web</a:t>
            </a:r>
          </a:p>
        </p:txBody>
      </p:sp>
    </p:spTree>
    <p:extLst>
      <p:ext uri="{BB962C8B-B14F-4D97-AF65-F5344CB8AC3E}">
        <p14:creationId xmlns:p14="http://schemas.microsoft.com/office/powerpoint/2010/main" val="19433584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FE06B-E912-4E0F-987E-FF074E3A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PHARMALINK CONNECT | AICA LEVEL 2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9CFEC-F2C3-4B1C-8E00-9691D70E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Technology Used and 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EF5B0-9147-4A4E-AD38-34E0195B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A2426-5868-4FD4-B946-E6FB0B11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85E16-9F13-455C-814C-EA3F34C7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87721-2FA9-44B6-9F17-798BEAF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ChatGPT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9E87E-5A5E-4E47-9631-3E8CB37F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51173-F6EE-4BD6-B147-259C4E6B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Prepared prompts, project planning, content, and presentation 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76D09-9E12-4064-95AF-CA9759DC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33337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7D7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FB814-AFFD-442A-8C72-DE23B62F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DB335-1F0B-40C2-9B5A-A9145F24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Lovable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2E6D1-070D-4D84-8B30-2567373D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Front 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02CED-8407-483F-8BD6-BC803891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Created the PharmaLink Connect web interface, landing page, and product catalog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9496B-C343-4184-A5B8-3341E87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3337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07EF7-073D-4BC5-A302-CA379CD0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1DCDD-6CBE-4B25-A834-32E4241F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3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Supabase / PharmacyMVP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4D74B-DBDE-4924-93DE-4EBF17A3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Back 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E064E-F0B2-4653-89C8-EF3ED178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Set up prototype product data, database structure, authentication, and security rules</a:t>
            </a:r>
          </a:p>
        </p:txBody>
      </p:sp>
    </p:spTree>
    <p:extLst>
      <p:ext uri="{BB962C8B-B14F-4D97-AF65-F5344CB8AC3E}">
        <p14:creationId xmlns:p14="http://schemas.microsoft.com/office/powerpoint/2010/main" val="152530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47834C-382B-4C04-BFDC-995FCBE1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PHARMALINK CONNECT | AICA LEVEL 2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50C4B-3787-4BE2-B26A-AAD19C2E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Implementation followed a clear, testable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1975F-D6F4-43D1-B2E1-E6ECCED7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0CD2A-988E-49FA-A189-7D2C72B6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F1773-68BE-4C89-BDEF-A0691AB8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C67BA-2EDB-4263-A9F9-49AA4EE2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Defined users, problem, and screens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A126A-B135-4208-A992-6DE388B1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812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9520C-943B-4FF2-951C-EC54D9B4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288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E9A42-3D3B-4D59-998D-39387632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76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Build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DC384-1026-4300-B369-F7922397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527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Created landing page and product catalog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F0031-5404-4EEC-98AA-C999D1CC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1630C-A33B-4964-BDE7-C91D13B5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288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FEA46-627E-4EF9-9EAD-8A7342E1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Connect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10ACA-73F0-4A8A-AB97-16053109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527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Connected the catalog to product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F2DA5-0C1B-4688-BA9F-DBDB94C4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82C51-619E-4F6F-81BF-2BD3A604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288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50D7F-8B02-4A57-B727-D2730F5E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76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576208-16D2-47C2-AAC0-37808518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527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Checked product display and order-enquiry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52276-8AFC-4BF7-8FBD-B5F670EC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BB2E5-38AF-473F-B633-D889ACCD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288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A0AA7-0E6A-4445-98F5-A42317A8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76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C11A3-3C56-475F-9796-119D160A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527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Prepared final evidence and live demonstration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2D7BF-819E-4D98-85A3-A89EC80D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0858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7D7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A6E2E-764D-4C85-B50C-671D99F9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3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The completed solution combines communication, product visibility, and customer requirements in one workflow.</a:t>
            </a:r>
          </a:p>
        </p:txBody>
      </p:sp>
    </p:spTree>
    <p:extLst>
      <p:ext uri="{BB962C8B-B14F-4D97-AF65-F5344CB8AC3E}">
        <p14:creationId xmlns:p14="http://schemas.microsoft.com/office/powerpoint/2010/main" val="13066789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5EE18-5AF8-4A86-A85C-9A628B7E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PHARMALINK CONNECT | AICA LEVEL 2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CE64B-4541-43E7-AF80-0D4A56FE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Key Benefits of PharmaLink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C01D1-AB93-4DC9-9D89-A7DAE38B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F3068-2AB6-4DB9-B8A1-5739A820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6B68D-AC18-456E-A8A0-1248E995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2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Direct information sharing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92CCA-98C6-48FA-A01D-36D2F1D2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Distributor updates are available to pharmacy customers in one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FB7A9-C283-4B6C-B8B0-B78084B1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7D7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9AA6B-679D-4107-9E46-C556EDD8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Better visibility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5B7F0-7A87-49A3-ADDD-FAA1FCE7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81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Customers can review products, availability, and offers without delays.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8FA88-F787-4CAA-915E-C8EC2A34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0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547B8-3ECD-4983-8179-2D91A0CA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Structured 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D43E6-94FE-4266-86D2-DC4D1798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81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Order requests and enquiries can be collected in a consistent format.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378DE-C06F-4B9A-8869-1C2D2717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PharmaLink Connect reduces dependence on manual calls and makes communication more timely and transparent.</a:t>
            </a:r>
          </a:p>
        </p:txBody>
      </p:sp>
    </p:spTree>
    <p:extLst>
      <p:ext uri="{BB962C8B-B14F-4D97-AF65-F5344CB8AC3E}">
        <p14:creationId xmlns:p14="http://schemas.microsoft.com/office/powerpoint/2010/main" val="4527794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98A97-7B3F-410D-B6AE-F26D271D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PHARMALINK CONNECT | AICA LEVEL 2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55B3A-0AEB-4F20-AA74-0500728F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55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PharmaLink Connect turns routine calls into a clearer digital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45616-B0F2-46F6-8880-6B7054E1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4FA9A-8D54-4799-83B8-8CFC5E20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project demonstrates a practical platform for pharmacy distributors to share timely product information and receive customer requirements directly.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EBBBF-07F2-4E0A-A18B-86472807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08585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7D7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66112-8320-4C45-A362-C624CDB9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Key 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BF54D-0103-4D4B-BF7B-33345BD0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570D0-C652-4B3D-B8D6-DD77193C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6712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43E"/>
                </a:solidFill>
                <a:latin typeface="Arial"/>
                <a:ea typeface="Arial"/>
                <a:cs typeface="Arial"/>
              </a:rPr>
              <a:t>Better communication between distributors and pharmacy customers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0EEC-0310-4D77-84A2-1D37113A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34DE0-BFB8-40B3-A56A-CDCFD359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957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43E"/>
                </a:solidFill>
                <a:latin typeface="Arial"/>
                <a:ea typeface="Arial"/>
                <a:cs typeface="Arial"/>
              </a:rPr>
              <a:t>Faster access to product availability, offers, and new arrivals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F21C7-99F7-42EF-BFB8-7EA7BDE8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B6FED-C036-4E5B-9A6F-7F61E48A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43E"/>
                </a:solidFill>
                <a:latin typeface="Arial"/>
                <a:ea typeface="Arial"/>
                <a:cs typeface="Arial"/>
              </a:rPr>
              <a:t>A scalable foundation for managing pharmacy requirements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21EE4-6DC1-474E-B6C5-D30C2924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10875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2026-08-13T05:23:03.5100000Z</dcterms:created>
  <dcterms:modified xsi:type="dcterms:W3CDTF">2026-08-13T05:23:03.5100000Z</dcterms:modified>
</coreProperties>
</file>